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15: Real-Time Security Log 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Class Project</a:t>
            </a:r>
          </a:p>
          <a:p>
            <a:r>
              <a:t>Implementation and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Increasing number of cyber threats require real-time visibility.</a:t>
            </a:r>
          </a:p>
          <a:p>
            <a:pPr/>
            <a:r>
              <a:t>System administrators need to detect malicious activities from raw logs promptly.</a:t>
            </a:r>
          </a:p>
          <a:p>
            <a:pPr/>
            <a:r>
              <a:t>Manual log parsing is tedious, error-prone, and too slow to stop live attacks.</a:t>
            </a:r>
          </a:p>
          <a:p>
            <a:pPr/>
            <a:r>
              <a:t>Need for a localized, lightweight, real-time threat detection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Build a Real-Time Security Log Visualizer.</a:t>
            </a:r>
          </a:p>
          <a:p>
            <a:pPr/>
            <a:r>
              <a:t>Monitor a local 'access.log' file in real-time.</a:t>
            </a:r>
          </a:p>
          <a:p>
            <a:pPr/>
            <a:r>
              <a:t>Automatically parse newly appended log entries.</a:t>
            </a:r>
          </a:p>
          <a:p>
            <a:pPr/>
            <a:r>
              <a:t>Detect security threats: Brute-Force attacks and Off-Hour logins.</a:t>
            </a:r>
          </a:p>
          <a:p>
            <a:pPr/>
            <a:r>
              <a:t>Update a dynamic dashboard to provide immediate situational awareness.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Employed a 'File Watcher' methodology (Method 2).</a:t>
            </a:r>
          </a:p>
          <a:p>
            <a:pPr/>
            <a:r>
              <a:t>Asynchronous background process monitors target file.</a:t>
            </a:r>
          </a:p>
          <a:p>
            <a:pPr/>
            <a:r>
              <a:t>Triggers parsing routines instantly on file modification.</a:t>
            </a:r>
          </a:p>
          <a:p>
            <a:pPr/>
            <a:r>
              <a:t>Maintains historical state in-memory to evaluate patterns spanning multiple logs.</a:t>
            </a:r>
          </a:p>
          <a:p>
            <a:pPr/>
            <a:r>
              <a:t>Live mapping of aggregated data to visual dashboard interfaces.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Python 3: Core backend logic and data simulation.</a:t>
            </a:r>
          </a:p>
          <a:p>
            <a:pPr/>
            <a:r>
              <a:t>Streamlit: Rapid web framework for real-time interactive dashboards.</a:t>
            </a:r>
          </a:p>
          <a:p>
            <a:pPr/>
            <a:r>
              <a:t>Watchdog: Python library for monitoring file system events.</a:t>
            </a:r>
          </a:p>
          <a:p>
            <a:pPr/>
            <a:r>
              <a:t>Pandas: Data manipulation, filtering, and aggregation.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Log Simulator (logger_sim.py): Generates mock success/failed logs, simulates brute-force behavior, and introduces off-hour login events.</a:t>
            </a:r>
          </a:p>
          <a:p>
            <a:pPr/>
            <a:r>
              <a:t>Dashboard Application (app.py): Reads logs and applies detection rules.</a:t>
            </a:r>
          </a:p>
          <a:p>
            <a:pPr/>
            <a:r>
              <a:t>Rule 1 - Brute Force: Flag IP address with &gt; 5 'Failed Login' attempts.</a:t>
            </a:r>
          </a:p>
          <a:p>
            <a:pPr/>
            <a:r>
              <a:t>Rule 2 - Off-Hours: Flag logins outside the 9:00 AM - 6:00 PM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Log Simulator effectively streamed mock data.</a:t>
            </a:r>
          </a:p>
          <a:p>
            <a:pPr/>
            <a:r>
              <a:t>Dashboard updated in real-time with sub-second latency.</a:t>
            </a:r>
          </a:p>
          <a:p>
            <a:pPr/>
            <a:r>
              <a:t>Brute-force attacks were correctly identified and highlighted as 'Critical'.</a:t>
            </a:r>
          </a:p>
          <a:p>
            <a:pPr/>
            <a:r>
              <a:t>Off-hour logins were successfully tagged.</a:t>
            </a:r>
          </a:p>
          <a:p>
            <a:pPr/>
            <a:r>
              <a:t>Visual metrics provided clear, actionable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Scalability: In-memory state tracking is not suitable for massive log volumes in production.</a:t>
            </a:r>
          </a:p>
          <a:p>
            <a:pPr/>
            <a:r>
              <a:t>Persistence: Application state resets on server restart without a database.</a:t>
            </a:r>
          </a:p>
          <a:p>
            <a:pPr/>
            <a:r>
              <a:t>Log Format rigidness: Hardcoded parsing logic breaks easily if the log format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Integrating asynchronous event watchers (Watchdog) with synchronous UI frameworks (Streamlit) requires careful state management.</a:t>
            </a:r>
          </a:p>
          <a:p>
            <a:pPr/>
            <a:r>
              <a:t>Real-time visual feedback is vastly superior to static log analysis.</a:t>
            </a:r>
          </a:p>
          <a:p>
            <a:pPr/>
            <a:r>
              <a:t>Creating realistic simulated threat data is challenging but crucial for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Database Integration: Connect a time-series database (e.g., InfluxDB) or Elasticsearch.</a:t>
            </a:r>
          </a:p>
          <a:p>
            <a:pPr/>
            <a:r>
              <a:t>Advanced Analytics: Implement Machine Learning algorithms to identify complex anomalies.</a:t>
            </a:r>
          </a:p>
          <a:p>
            <a:pPr/>
            <a:r>
              <a:t>Alerting Mechanism: Add Webhooks/Emails for automated admin notification on critical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